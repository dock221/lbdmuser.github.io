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4800" b="1">
                <a:solidFill>
                  <a:srgbClr val="FFFFFF"/>
                </a:solidFill>
              </a:defRPr>
            </a:pPr>
            <a:r>
              <a:t>Retour d'Expérience</a:t>
            </a:r>
          </a:p>
          <a:p>
            <a:r>
              <a:t>Professionnelle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Stage Community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5486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029200"/>
            <a:ext cx="5120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Mouhamadou SOW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B3 Communication Digitale et Internationale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Buroxia - Février à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Introduction : contexte et objectifs du stage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de l'entreprise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Mes missions de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collaboration avec l'influenceuse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Bilan personnel et perspectives professionnelles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Stage de 3 mois effectué de février à avril 2026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Entreprise : Buroxia, centre d'affaires situé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Poste :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principal : développer la visibilité digitale et la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signature d'un partenariat avec l'influenceuse Ayaa.lbns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Présentation de Buroxia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Centre d'affaires implanté au 24 avenue du Prado, Marseille 6ème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330 m² d'espaces professionnels avec plus de 15 ans d'expérience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Services : domiciliation d'entreprises, bureaux équipés, salles de réunion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Clientèle : entrepreneurs, TPE, professions libérales et influenceurs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Positionnement : adresse prestigieuse et relation de proximité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Enjeux et Contexte du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Marché marseillais des centres d'affaires très concurrentiel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: structure peu connue malgré une offre de qualité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Enjeu stratégique : développer rapidement la visibilité et la notoriété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Solution : stratégie digitale couplée au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Tuteur : Stephanne Heyoppe, propriétaire et directeur de Buroxia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Mes Missions de Community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Gestion des réseaux sociaux : Instagram, TikTok, LinkedIn et Facebook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de contenus visuels et vidéo avec Canva et outils de montage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Refonte des supports commerciaux : plaquette, grille tarifaire, fiches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à jour et optimisation du site web WordPress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Prospection commerciale, rédaction de devis et accompagnement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Mission Phare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2148840"/>
            <a:ext cx="6126480" cy="164592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6126480" cy="1645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5577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2600" b="1">
                <a:solidFill>
                  <a:srgbClr val="FFFFFF"/>
                </a:solidFill>
              </a:defRPr>
            </a:pPr>
            <a:r>
              <a:t>Collaboration avec l'influenceuse Ayaa.lbns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6400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Projet stratégique mené de A à Z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De l'idée initiale à la signature du contrat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Responsabilité : prospection, négociation,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Genèse du Projet d'Influence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personnelle présentée lors d'une réunion avec la direction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identifiée : comment accroître rapidement la visibilité de Buroxia ?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Stratégie proposée : utiliser le marketing d'influence pour toucher 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Validation du projet par la direction qui me confie la mission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identifier, contacter et conclure un partenariat avec une influenceuse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Prospection d'Influenceurs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place d'une veille active quotidienne sur Instagram et TikTok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Analyse de chaque profil : audience, ligne éditoriale, valeurs, adéquation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Prises de contact par messages privés et e-mails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plusieurs refus liés au manque de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maintenue jusqu'à l'opportunité avec Ayaa.lbns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Profil de l'Influenceuse Ayaa.lbns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Nom : Ouweik Chrystelle, pseudonyme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Engagement social fort : aide aux personnes sans abri en France et à l'international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Actions concrètes : rénovation d'habitats, distribution de nourriture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Visibilité accrue durant le Ramadan avec ruptures du jeûne collectives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Image authentique et humaine, alignée avec les valeurs de proximité de Buroxia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L'Opportunité Saisie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Repérage d'une story Instagram : Ayaa.lbns recherche un bureau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Correspondance parfaite avec l'offre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Contact immédiat du manager via l'adresse e-mail indiquée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Timing idéal pour proposer une collaboration structurée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Premier Contact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d'un e-mail professionnel au manager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détaillée de Buroxia et de ses services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avant des solutions : domiciliation, bureaux, coworking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vers un partenariat incluant de la visibilité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Résultat : réponse favorable et ouverture d'échanges approfondis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Élaboration des Outils Commerciaux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d'une fiche de prestations de services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Conception d'une grille tarifaire claire avec formules et promotions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Design professionnel et cohérent réalisé avec Canva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Utilisation pour la négociation et les présentations lors des réunions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Réutilisation pour l'ensemble de la prospection commerciale de Buroxia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Organisation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Trois réunions entre l'équipe Buroxia et l'équipe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1 (visio) : présentation de l'offre et premiers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2 (visio) : affinage de la proposition et discussions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3 (présentiel) : visite des locaux et finalisation du partenariat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Mon rôle : préparation des supports, participation active et suivi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Modèle de Collaboration Innovant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Clause spécifique : 50 % location + 50 % contrepartie publicitaire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Buroxia : visibilité auprès d'une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Ayaa.lbns : espace professionnel à conditions avantageuses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Modèle gagnant-gagnant ayant permis la signature du contrat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Résultats Obtenus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Signature effective d'une collaboration avec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Exposition de Buroxia auprès de l'audience engagée de l'influenceuse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Association à une créatrice reconnue pour son engagement social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Livrables : fiche de prestations, grille tarifaire, supports,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Premier partenariat d'influence structuré ouvrant la voie à d'autres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Valeur Ajoutée pour l'Entreprise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Concrétisation du premier partenariat influenceur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Renforcement de la crédibilité de la marque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Élargissement de la visibilité sur une cible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d'outils commerciaux réutilisables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stratégique vers de futures collaborations d'influence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Analyse Critique et Axes d'Amélioration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Points forts : initiative personnelle, persévérance, saisie de l'opportunité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refus initiaux, faible notoriété, coordination à distance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Axes d'amélioration : systématiser le processus de prospection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Recommandation : mettre en place des indicateurs de mesure des retombées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Compétences Développées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Prospection de partenaires influenceurs par veille active et ciblage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de supports commerciaux structurés et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de contenus visuels et vidéo pour réseaux sociaux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Organisation et animation de réunions à distance et en présentiel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Négociation commerciale et construction d'offres gagnant-gagnant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Savoir-Être Développé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et résilience face aux refus et aux obstacles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et capacité à proposer des projets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 de responsabilité sur un projet de bout en bout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Rigueur rédactionnelle et professionnalisme dans les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Réactivité et saisie d'opportunités en temps réel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Bilan Personnel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Expérience professionnelle extrêmement formatrice et concrète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Confirmation de mon intérêt pour la communication digitale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Développement de compétences opérationnelles et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Capacité à travailler en autonomie avec collaboration directionnelle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Réussite d'un projet stratégique de l'idée à la signature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Projet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Orientation confirmée : communication digitale et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concevoir et piloter des stratégies de visibilité pour les marques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Ambition : combiner créativité et performance commerciale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Souhait : accompagner les marques dans leur transformation digitale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réussie : de l'idée initiale à la signature du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Responsabilité assumée sur un projet stratégique rare pour un stagiaire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Contribution concrète et mesurable au développement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Compétences développées en prospection, négociation et création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Remerciements à Stephanne Heyoppe et à toute l'équipe Buroxia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Je suis à votre disposition pour vos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