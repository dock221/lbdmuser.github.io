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Retour d'Expérience Professionnelle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Community Manager - Buroxia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Mouhamadou SOW</a:t>
            </a:r>
          </a:p>
          <a:p>
            <a:r>
              <a:t>B3 Communication Digitale et Internationale</a:t>
            </a:r>
          </a:p>
          <a:p>
            <a:r>
              <a:t>Février à Avril 2026 - 3 mois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Introduction : Mon stage chez Buroxia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Présentation de l'entreprise Buroxia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Mes missions de Community Manager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Mission phare : Collaboration avec Ayaa.lbns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Bilan et perspectives professionnelles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🎓 Stage de 3 mois : Février à Avril 2026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🏢 Entreprise : Buroxia (Prado Affaires), centre d'affaires à Marseille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💼 Poste : Community Manager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Objectif : Développer la visibilité digitale et la notoriété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⭐ Mission phare : Partenariat avec l'influenceuse Ayaa.lbns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Buroxia : Présentation de l'Entreprise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📍 Centre d'affaires situé 24 avenue du Prado, Marseille 6e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📐 330 m² d'espaces professionnels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📅 Plus de 15 ans d'expérience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Services : Domiciliation, bureaux équipés, salles de réunion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👥 Clients : Entrepreneurs, TPE, professions libérales, influenceurs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Positionnement : Adresse prestigieuse et relation de proximité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Buroxia : Marché et Enjeux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🏙️ Marché marseillais des centres d'affaires très concurrentiel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💡 Enjeu principal : Développer la visibilité et la notoriété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📉 Problématique : Structure peu connue malgré une offre pertinente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🚀 Solution : Stratégie digitale et marketing d'influence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👤 Tuteur : Stephanne Heyoppe, propriétaire et directeur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Mes Missions de Community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📱 Gestion des réseaux sociaux (Instagram, TikTok, LinkedIn, Facebook)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🎨 Création de contenus visuels et vidéo (Canva, montage)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📄 Refonte de supports commerciaux (plaquette, grille tarifaire)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🌐 Mise à jour du site web WordPress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📞 Prospection commerciale et rédaction de devis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🤝 Accompagnement client et organisation de réunions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⭐ Mission phare : Marketing d'influence avec Ayaa.lbns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Mission Phare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6400800" cy="1828800"/>
          </a:xfrm>
          <a:prstGeom prst="rect">
            <a:avLst/>
          </a:prstGeom>
          <a:solidFill>
            <a:srgbClr val="FF5722"/>
          </a:solidFill>
          <a:ln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5852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Collaboration avec l'Influenceuse Ayaa.lbns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✨ Projet stratégique mené de A à Z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🎯 De l'idée initiale à la signature du contrat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💼 Responsabilité : Prospection, négociation, coordination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Genèse du Projet d'Influence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💡 Initiative personnelle : Proposition lors d'une réunion avec la direction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❓ Problématique : Comment accroître rapidement la visibilité de Buroxia ?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Stratégie : S'appuyer sur le marketing d'influence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Validation : La direction valide le projet et me confie la mission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📋 Objectif : Identifier et conclure un partenariat avec une influenceuse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🚀 Responsabilité : Porteur du projet du début à la fin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Prospection d'Influenceurs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🔍 Veille active sur Instagram et TikTok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📊 Analyse : audience, ligne éditoriale, adéquation avec Buroxia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📧 Démarche : Messages privés et e-mails de contact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❌ Difficultés : Plusieurs refus, manque de notoriété de Buroxia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💪 Persévérance : Poursuite de la veille malgré les obstacles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✨ Résultat : Identification d'une opportunité avec Ayaa.lbns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Profil de l'Influenceuse Ayaa.lbns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👤 Nom : Ouweik Chrystelle (pseudonyme : Ayaa.lbns)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❤️ Engagement social : Aide aux personnes sans abri (France et international)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🏠 Actions : Rénovation d'habitats, distribution de nourriture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🌙 Visibilité accrue durant le Ramadan : ruptures du jeûne collectives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👥 Impact : Réunit familles, entrepreneurs et personnes en difficulté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✨ Image de marque : Authentique, engagée, humaine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🤝 Adéquation : Valeurs de proximité alignées avec Buroxia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L'Opportunité en 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6400800" cy="1828800"/>
          </a:xfrm>
          <a:prstGeom prst="rect">
            <a:avLst/>
          </a:prstGeom>
          <a:solidFill>
            <a:srgbClr val="FF5722"/>
          </a:solidFill>
          <a:ln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5852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Repérage d'une Story 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📱 Ayaa.lbns publie une story : recherche d'un bureau à Marseille pour 1 mois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💡 Correspondance parfaite avec l'offre de Buroxia !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📧 Contact immédiat avec le manager via l'e-mail indiqué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⏰ Timing idéal pour proposer une collaboration structurée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Premier Contact et Prise de Parole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📧 E-mail professionnel rédigé au manager d'Ayaa.lbns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🏢 Présentation de Buroxia et de ses services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💼 Exposition claire des solutions (domiciliation, bureaux, coworking)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🤝 Ouverture vers un partenariat incluant de la visibilité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Résultat : Contact favorable, échange approfondi engagé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Élaboration des Outils Commerciaux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📄 Fiche de prestations de services complète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💰 Grille tarifaire détaillée (formules, promotions, conditions)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🎨 Design professionnel et cohérent (Canva)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💼 Utilisation : Base de négociation et présentations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♻️ Réutilisation : Supports pour la prospection commerciale générale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Impact : Renforcement du sérieux de la proposition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Organisation des Réunions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🗓️ 3 réunions entre Buroxia et l'équipe d'Ayaa.lbns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1️⃣ Réunion 1 (visio) : Présentation de l'offre et premiers échanges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2️⃣ Réunion 2 (visio) : Affinage de la proposition et conditions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3️⃣ Réunion 3 (présentiel) : Visite des locaux à Marseille + finalisation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👥 Interlocuteurs : Direction Buroxia, Ayaa.lbns, son manager (Paris)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📋 Mon rôle : Préparation des supports, participation active, suivi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Modèle de Collaboration Innovant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6400800" cy="1828800"/>
          </a:xfrm>
          <a:prstGeom prst="rect">
            <a:avLst/>
          </a:prstGeom>
          <a:solidFill>
            <a:srgbClr val="FF5722"/>
          </a:solidFill>
          <a:ln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5852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Proposition Gagnant-Gagnant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💡 Clause spécifique : 50% prix location + 50% contrepartie publicitaire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🏢 Pour Buroxia : Visibilité auprès d'une audience qualifiée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👤 Pour Ayaa.lbns : Espace professionnel à conditions avantageuses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✅ Résultat : Signature du contrat dans les locaux de Buroxia à Marseille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Résultats et Indicateurs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Signature d'une collaboration avec Ayaa.lbns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📈 Exposition de Buroxia auprès de l'audience de l'influenceuse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🏆 Association à une créatrice reconnue pour son engagement social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📄 Livrables : Fiche de prestations, grille tarifaire, contrat signé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🏢 Occupation : Mise à disposition d'un bureau pour 1 mois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🚀 Impact : Premier partenariat influence structuré pour Buroxia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Valeur Ajoutée pour l'Entreprise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💼 Premier partenariat influenceur réussi pour Buroxia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📊 Crédibilité renforcée auprès de prospects et partenaires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👁️ Visibilité élargie sur une cible qualifiée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🔄 Outils commerciaux réutilisables (fiche, grille tarifaire)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🚪 Ouverture vers de futures collaborations d'influence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Stratégie digitale structurée et opérationnelle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Analyse Critique et Axes d'Amélioration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Points forts : Initiative, persévérance, opportunité saisie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⚠️ Difficultés : Refus initiaux, faible notoriété, coordination à distance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🔄 Amélioration possible : Processus de prospection systématisé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📊 Recommandation : Mesurer les retombées (portée, engagement, leads)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💡 Enseignement : Alignement des intérêts &gt; Notoriété du profil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Compétences Développées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🔍 Prospection de partenaires influenceurs (veille, ciblage, contact)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📝 Rédaction de supports commerciaux structurés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🎨 Création de contenus visuels et vidéo (Canva, montage)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📅 Organisation et animation de réunions (visio et présentiel)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💬 Négociation et construction d'offres gagnant-gagnant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📈 Contribution à une stratégie de visibilité par l'influence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🤝 Gestion de projet et coordination multi-parties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Savoir-Être et Posture Professionnelle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💪 Persévérance face aux refus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💡 Initiative et prise de responsabilité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✍️ Rigueur rédactionnelle et professionnelle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🤝 Diplomatie en situation de négociation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Capacité à représenter une entreprise avec crédibilité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⚡ Réactivité et saisie d'opportunités en temps réel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Bilan Personnel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✅ Expérience formatrice et concrète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🚀 Confirmation de mon intérêt pour la communication digitale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🎯 Passion confirmée pour le marketing d'influence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💼 Développement de compétences opérationnelles et stratégiques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🤝 Travail en autonomie et collaboration avec la direction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📈 Capacité à mener un projet stratégique de bout en bout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Projet Professionnel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6400800" cy="1828800"/>
          </a:xfrm>
          <a:prstGeom prst="rect">
            <a:avLst/>
          </a:prstGeom>
          <a:solidFill>
            <a:srgbClr val="FF5722"/>
          </a:solidFill>
          <a:ln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5852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Communication Digitale et Marketing d'Influence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🎯 Orientation : Stratégies de visibilité pour les marques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💡 Objectif : Concevoir et piloter des projets d'influence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🔗 Combinaison : Contenu créatif + Performance commerciale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🚀 Ambition : Accompagner les marques dans leur transformation digitale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🏆 Mission phare réussie : De l'idée à la signature du contrat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💼 Responsabilité assumée sur un projet stratégique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📈 Contribution concrète au développement de Buroxia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🎓 Compétences développées : prospection, négociation, création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✨ Expérience valorisante pour mon projet professionnel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🙏 Remerciements à Stephanne Heyoppe et à l'équipe Buroxia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962F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Place aux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