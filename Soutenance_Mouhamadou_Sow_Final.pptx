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Retour d'Expérience Professionnelle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Stage Community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Mouhamadou SOW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B3 Communication Digitale et Internationale</a:t>
            </a:r>
          </a:p>
          <a:p>
            <a:pPr algn="ctr">
              <a:defRPr sz="2000">
                <a:solidFill>
                  <a:srgbClr val="FFFFFF"/>
                </a:solidFill>
              </a:defRPr>
            </a:pPr>
            <a:r>
              <a:t>Buroxia - Février à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Plan de la Présentation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1. Introduction : contexte et objectifs du stage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2. Présentation de l'entreprise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3. Mes missions de Community Manager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4. Mission phare : collaboration avec l'influenceuse Ayaa.lbns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5. Bilan personnel et perspectives professionnelles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Stage de 3 mois effectué de février à avril 2026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Entreprise : Buroxia, centre d'affaires situé à Marseille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Poste : Community Manager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Objectif principal : développer la visibilité digitale et la notoriété de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Mission phare : signature d'un partenariat avec l'influenceuse Ayaa.lbns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Présentation de Buroxia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Centre d'affaires implanté au 24 avenue du Prado, Marseille 6ème arrondissement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330 m² d'espaces professionnels avec plus de 15 ans d'expérience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Services proposés : domiciliation d'entreprises, location de bureaux équipés, mise à disposition de salles de réunion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Clientèle cible : entrepreneurs, TPE, professions libérales et influenceurs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Positionnement : adresse prestigieuse et relation de proximité avec les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Enjeux et Contexte du Stage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Marché marseillais des centres d'affaires très concurrentiel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Problématique principale : structure peu connue malgré une offre de qualité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Enjeu stratégique : développer rapidement la visibilité et la notoriété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Solution proposée : déployer une stratégie digitale couplée au marketing d'influence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Tuteur de stage : Stephanne Heyoppe, propriétaire et directeur de Buroxia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Mes Missions de Community Manager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Gestion quotidienne des réseaux sociaux : Instagram, TikTok, LinkedIn et Facebook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Création de contenus visuels et vidéo avec Canva et outils de montage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Refonte complète des supports commerciaux : plaquette, grille tarifaire et fiches de prestations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Mise à jour et optimisation du site web WordPress de l'entreprise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Prospection commerciale, rédaction de devis et accompagnement des clients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003366"/>
                </a:solidFill>
              </a:defRPr>
            </a:pPr>
            <a:r>
              <a:t>Mission Phare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0" y="2286000"/>
            <a:ext cx="5486400" cy="1828800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2560320"/>
            <a:ext cx="4937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Collaboration avec l'influenceuse Ayaa.lbns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333333"/>
                </a:solidFill>
              </a:defRPr>
            </a:pPr>
            <a:r>
              <a:t>Projet stratégique mené de A à Z : de l'idée initiale à la signature du contrat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Genèse du Projet d'Influence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Initiative personnelle présentée lors d'une réunion avec la direction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Problématique identifiée : comment accroître rapidement la visibilité de Buroxia dans un marché concurrentiel ?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Stratégie proposée : utiliser le marketing d'influence pour toucher une audience qualifiée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Validation du projet par la direction qui me confie la mission complète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Objectif : identifier, contacter et conclure un partenariat avec une influenceuse pertinente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Prospection d'Influenceurs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Mise en place d'une veille active quotidienne sur Instagram et TikTok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Analyse approfondie de chaque profil : audience, ligne éditoriale, valeurs et adéquation avec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Prise de contact par messages privés et e-mails professionnels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Difficultés rencontrées : plusieurs refus liés au manque de notoriété de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Persévérance maintenue jusqu'à l'identification de l'opportunité avec Ayaa.lbns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Profil de l'Influenceuse Ayaa.lbns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Nom : Ouweik Chrystelle, connue sous le pseudonyme Ayaa.lbns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Engagement social fort : aide régulière aux personnes sans abri en France et à l'international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Actions concrètes : rénovation d'habitats, distribution de nourriture financée personnellement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Visibilité accrue durant le Ramadan avec organisation de ruptures du jeûne collectives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Image de marque authentique et humaine, parfaitement alignée avec les valeurs de proximité de Buroxia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L'Opportunité Saisie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Repérage d'une story Instagram où Ayaa.lbns recherche un bureau à Marseille pour un mois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Correspondance parfaite avec l'offre de Buroxia : espaces professionnels flexibles, localisation centrale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Contact immédiat du manager via l'adresse e-mail indiquée dans la story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Timing idéal pour proposer une collaboration structurée plutôt qu'un simple contact commercial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Premier Contact Professionnel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Rédaction d'un e-mail professionnel adressé au manager d'Ayaa.lbns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Présentation détaillée de Buroxia et de l'ensemble de ses services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Mise en avant des solutions adaptées : domiciliation, bureaux équipés, espaces de coworking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Ouverture vers un partenariat incluant une dimension de visibilité pour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Résultat : réponse favorable et ouverture d'échanges approfondis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Élaboration des Outils Commerciaux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Création d'une fiche de prestations de services complète et détaillée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Conception d'une grille tarifaire claire : formules, promotions et conditions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Design professionnel et cohérent réalisé avec Canva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Ces documents ont servi de base à la négociation et aux présentations lors des réunions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Réutilisation de ces supports pour l'ensemble de la prospection commerciale de Buroxia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Organisation des Réunions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Trois réunions organisées entre l'équipe de Buroxia et l'équipe d'Ayaa.lbns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Première réunion en visioconférence : présentation de l'offre et premiers échanges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Deuxième réunion en visioconférence : affinage de la proposition et discussion des conditions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Troisième réunion en présentiel à Marseille : visite des locaux et finalisation du partenariat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Mon rôle : préparation des supports, participation active aux échanges et suivi opérationnel complet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Modèle de Collaboration Innovant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Proposition d'une clause spécifique : 50% du prix correspond à la location, 50% à la contrepartie publicitaire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Avantages pour Buroxia : visibilité auprès d'une audience qualifiée et accueil d'une créatrice de contenu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Avantages pour Ayaa.lbns : espace professionnel à conditions avantageuses et valorisation du lieu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Modèle gagnant-gagnant qui a permis la signature du contrat dans les locaux de Buroxia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Résultats Obtenus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Signature effective d'une collaboration avec l'influenceuse Ayaa.lbns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Exposition de la marque Buroxia auprès de l'audience engagée de l'influenceuse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Association de Buroxia à une créatrice reconnue pour son engagement social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Livrables produits : fiche de prestations, grille tarifaire, supports de réunion et contrat signé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Premier partenariat d'influence structuré pour Buroxia, ouvrant la voie à de futures collaborations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Valeur Ajoutée pour l'Entreprise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Concrétisation du premier partenariat influenceur pour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Renforcement de la crédibilité de la marque auprès des prospects et partenaires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Élargissement de la visibilité sur une cible qualifiée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Création d'outils commerciaux réutilisables pour l'ensemble de la prospection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Ouverture stratégique vers de futures collaborations d'influence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Analyse Critique et Axes d'Amélioration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Points forts : initiative personnelle, persévérance face aux refus, saisie de l'opportunité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Difficultés rencontrées : refus initiaux, faible notoriété de Buroxia, coordination à distance avec l'équipe basée à Paris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Axes d'amélioration : systématiser le processus de prospection avec création d'une base de données d'influenceurs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Recommandation : mettre en place des indicateurs de mesure des retombées (portée, engagement, leads générés)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Compétences Développées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Prospection de partenaires influenceurs par veille active, ciblage et prises de contact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Rédaction de supports commerciaux structurés et professionnels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Création de contenus visuels et vidéo pour les réseaux sociaux et supports print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Organisation et animation de réunions à distance et en présentiel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Négociation commerciale et construction d'offres gagnant-gagnant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Gestion complète de projet avec coordination de multiples parties prenantes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Savoir-Être Développé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Persévérance et résilience face aux refus et aux obstacles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Initiative et capacité à proposer des projets stratégiques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Prise de responsabilité sur un projet de bout en bout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Rigueur rédactionnelle et professionnalisme dans les échanges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Diplomatie et capacité de négociation en contexte professionnel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Réactivité et saisie d'opportunités en temps réel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Bilan Personnel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Expérience professionnelle extrêmement formatrice et concrète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Confirmation de mon intérêt pour la communication digitale et le marketing d'influence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Développement de compétences à la fois opérationnelles et stratégiques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Capacité démontrée à travailler en autonomie tout en collaborant avec la direction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Réussite d'un projet stratégique mené de l'idée initiale jusqu'à la signature du contrat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Projet Professionnel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Orientation confirmée vers la communication digitale et le marketing d'influence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Objectif : concevoir et piloter des stratégies de visibilité pour les marques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Ambition : combiner créativité dans la création de contenu et performance commerciale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Souhait d'accompagner les marques dans leur transformation digitale et leur stratégie d'influence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Mission phare réussie : de l'idée initiale à la signature du contrat avec Ayaa.lbns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Responsabilité assumée sur un projet stratégique rare pour un stagiaire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Contribution concrète et mesurable au développement de Buroxia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Compétences développées en prospection, négociation, création et gestion de projet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Expérience valorisante qui confirme mon projet professionnel</a:t>
            </a: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</a:p>
          <a:p>
            <a:pPr>
              <a:spcAft>
                <a:spcPts val="1600"/>
              </a:spcAft>
              <a:defRPr sz="2000">
                <a:solidFill>
                  <a:srgbClr val="333333"/>
                </a:solidFill>
              </a:defRPr>
            </a:pPr>
            <a:r>
              <a:t>Remerciements à Stephanne Heyoppe et à toute l'équipe Buroxia pour leur confiance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Merci de votre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FFFFFF"/>
                </a:solidFill>
              </a:defRPr>
            </a:pPr>
            <a:r>
              <a:t>Je suis à votre disposition pour vos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