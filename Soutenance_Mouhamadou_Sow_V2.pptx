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457200"/>
            <a:ext cx="1828800" cy="1828800"/>
          </a:xfrm>
          <a:prstGeom prst="ellipse">
            <a:avLst/>
          </a:prstGeom>
          <a:solidFill>
            <a:srgbClr val="0052B8"/>
          </a:solidFill>
          <a:ln>
            <a:solidFill>
              <a:srgbClr val="00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5029200"/>
            <a:ext cx="1828800" cy="1828800"/>
          </a:xfrm>
          <a:prstGeom prst="ellipse">
            <a:avLst/>
          </a:prstGeom>
          <a:solidFill>
            <a:srgbClr val="0052B8"/>
          </a:solidFill>
          <a:ln>
            <a:solidFill>
              <a:srgbClr val="00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Retour d'Expérience</a:t>
            </a:r>
          </a:p>
          <a:p>
            <a:r>
              <a:t>Professionnelle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Stage Community Manager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5029200"/>
            <a:ext cx="54864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5120640"/>
            <a:ext cx="51206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Mouhamadou SOW</a:t>
            </a:r>
          </a:p>
          <a:p>
            <a:pPr algn="ctr"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B3 Communication Digitale et Internationale</a:t>
            </a:r>
          </a:p>
          <a:p>
            <a:pPr algn="ctr"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Buroxia - Février à Avril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8869680" cy="109728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8869680" cy="9144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0066CC"/>
                </a:solidFill>
              </a:defRPr>
            </a:pPr>
            <a:r>
              <a:t>Plan de la Présentation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0066CC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7772400" cy="45720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70408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Introduction : contexte et objectifs du stage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Présentation de l'entreprise Buroxia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Mes missions de Community Manager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Mission phare : collaboration avec l'influenceuse Ayaa.lbns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Bilan personnel et perspectives professionnelles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8869680" cy="109728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8869680" cy="9144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0066CC"/>
                </a:solidFill>
              </a:defRPr>
            </a:pPr>
            <a: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0066CC"/>
                </a:solidFill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7772400" cy="45720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70408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Stage de 3 mois effectué de février à avril 2026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Entreprise : Buroxia, centre d'affaires situé à Marseille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Poste : Community Manager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Objectif principal : développer la visibilité digitale et la notoriété de Buroxia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Mission phare : signature d'un partenariat avec l'influenceuse Ayaa.lbns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8869680" cy="109728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8869680" cy="9144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0066CC"/>
                </a:solidFill>
              </a:defRPr>
            </a:pPr>
            <a:r>
              <a:t>Présentation de Buroxia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0066CC"/>
                </a:solidFill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7772400" cy="45720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70408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Centre d'affaires implanté au 24 avenue du Prado, Marseille 6ème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330 m² d'espaces professionnels avec plus de 15 ans d'expérience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Services : domiciliation d'entreprises, bureaux équipés, salles de réunion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Clientèle : entrepreneurs, TPE, professions libérales et influenceurs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Positionnement : adresse prestigieuse et relation de proximité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8869680" cy="109728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8869680" cy="9144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0066CC"/>
                </a:solidFill>
              </a:defRPr>
            </a:pPr>
            <a:r>
              <a:t>Enjeux et Contexte du 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0066CC"/>
                </a:solidFill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7772400" cy="45720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70408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Marché marseillais des centres d'affaires très concurrentiel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Problématique : structure peu connue malgré une offre de qualité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Enjeu stratégique : développer rapidement la visibilité et la notoriété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Solution : stratégie digitale couplée au marketing d'influence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Tuteur : Stephanne Heyoppe, propriétaire et directeur de Buroxia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8869680" cy="109728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8869680" cy="9144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0066CC"/>
                </a:solidFill>
              </a:defRPr>
            </a:pPr>
            <a:r>
              <a:t>Mes Missions de Community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0066CC"/>
                </a:solidFill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7772400" cy="45720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70408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Gestion des réseaux sociaux : Instagram, TikTok, LinkedIn et Facebook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Création de contenus visuels et vidéo avec Canva et outils de montage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Refonte des supports commerciaux : plaquette, grille tarifaire, fiches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Mise à jour et optimisation du site web WordPress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Prospection commerciale, rédaction de devis et accompagnement clients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0066CC"/>
                </a:solidFill>
              </a:defRPr>
            </a:pPr>
            <a:r>
              <a:t>Mission Phare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2103120"/>
            <a:ext cx="6217920" cy="1645920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2011680"/>
            <a:ext cx="6217920" cy="1645920"/>
          </a:xfrm>
          <a:prstGeom prst="round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286000"/>
            <a:ext cx="56692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Collaboration avec l'influenceuse Ayaa.lbns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Projet stratégique mené de A à Z</a:t>
            </a:r>
          </a:p>
          <a:p>
            <a:pPr algn="ctr"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De l'idée initiale à la signature du contrat</a:t>
            </a:r>
          </a:p>
          <a:p>
            <a:pPr algn="ctr"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Responsabilité : prospection, négociation, coordination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8869680" cy="109728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8869680" cy="9144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0066CC"/>
                </a:solidFill>
              </a:defRPr>
            </a:pPr>
            <a:r>
              <a:t>Genèse du Projet d'Influence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0066CC"/>
                </a:solidFill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7772400" cy="45720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70408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Initiative personnelle présentée lors d'une réunion avec la direction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Problématique : comment accroître rapidement la visibilité de Buroxia ?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Stratégie : utiliser le marketing d'influence pour toucher une audience qualifiée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Validation du projet par la direction qui me confie la mission complète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Objectif : identifier, contacter et conclure un partenariat avec une influenceuse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8869680" cy="109728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8869680" cy="9144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0066CC"/>
                </a:solidFill>
              </a:defRPr>
            </a:pPr>
            <a:r>
              <a:t>Prospection d'Influenceurs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0066CC"/>
                </a:solidFill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7772400" cy="45720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70408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Mise en place d'une veille active quotidienne sur Instagram et TikTok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Analyse de chaque profil : audience, ligne éditoriale, valeurs, adéquation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Prises de contact par messages privés et e-mails professionnels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Difficultés : plusieurs refus liés au manque de notoriété de Buroxia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Persévérance maintenue jusqu'à l'opportunité avec Ayaa.lbns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8869680" cy="109728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8869680" cy="9144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0066CC"/>
                </a:solidFill>
              </a:defRPr>
            </a:pPr>
            <a:r>
              <a:t>Profil de l'Influenceuse Ayaa.lbns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0066CC"/>
                </a:solidFill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7772400" cy="45720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70408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Nom : Ouweik Chrystelle, pseudonyme Ayaa.lbns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Engagement social fort : aide aux personnes sans abri en France et international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Actions concrètes : rénovation d'habitats, distribution de nourriture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Visibilité accrue durant le Ramadan avec ruptures du jeûne collectives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Image authentique et humaine, alignée avec les valeurs de proximité de Buroxia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8869680" cy="109728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8869680" cy="9144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0066CC"/>
                </a:solidFill>
              </a:defRPr>
            </a:pPr>
            <a:r>
              <a:t>L'Opportunité Saisie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0066CC"/>
                </a:solidFill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7772400" cy="45720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70408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Repérage d'une story Instagram : Ayaa.lbns recherche un bureau à Marseille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Correspondance parfaite avec l'offre de Buroxia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Contact immédiat du manager via l'adresse e-mail indiquée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Timing idéal pour proposer une collaboration structurée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8869680" cy="109728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8869680" cy="9144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0066CC"/>
                </a:solidFill>
              </a:defRPr>
            </a:pPr>
            <a:r>
              <a:t>Premier Contact Professionnel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0066CC"/>
                </a:solidFill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7772400" cy="45720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70408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Rédaction d'un e-mail professionnel au manager d'Ayaa.lbns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Présentation détaillée de Buroxia et de ses services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Mise en avant des solutions : domiciliation, bureaux, coworking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Ouverture vers un partenariat incluant de la visibilité pour Buroxia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Résultat : réponse favorable et ouverture d'échanges approfondis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8869680" cy="109728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8869680" cy="9144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0066CC"/>
                </a:solidFill>
              </a:defRPr>
            </a:pPr>
            <a:r>
              <a:t>Élaboration des Outils Commerciaux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0066CC"/>
                </a:solidFill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7772400" cy="45720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70408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Création d'une fiche de prestations de services complète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Conception d'une grille tarifaire claire avec formules et promotions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Design professionnel et cohérent réalisé avec Canva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Utilisation pour la négociation et les présentations lors des réunions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Réutilisation pour l'ensemble de la prospection commerciale de Buroxia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8869680" cy="109728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8869680" cy="9144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0066CC"/>
                </a:solidFill>
              </a:defRPr>
            </a:pPr>
            <a:r>
              <a:t>Organisation des Réunions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0066CC"/>
                </a:solidFill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7772400" cy="45720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70408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Trois réunions entre l'équipe Buroxia et l'équipe d'Ayaa.lbns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Réunion 1 (visio) : présentation de l'offre et premiers échanges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Réunion 2 (visio) : affinage de la proposition et discussions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Réunion 3 (présentiel) : visite des locaux et finalisation du partenariat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Mon rôle : préparation des supports, participation active et suivi complet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8869680" cy="109728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8869680" cy="9144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0066CC"/>
                </a:solidFill>
              </a:defRPr>
            </a:pPr>
            <a:r>
              <a:t>Modèle de Collaboration Innovant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0066CC"/>
                </a:solidFill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7772400" cy="45720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70408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Clause spécifique : 50% location + 50% contrepartie publicitaire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Pour Buroxia : visibilité auprès d'une audience qualifiée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Pour Ayaa.lbns : espace professionnel à conditions avantageuses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Modèle gagnant-gagnant ayant permis la signature du contrat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8869680" cy="109728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8869680" cy="9144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0066CC"/>
                </a:solidFill>
              </a:defRPr>
            </a:pPr>
            <a:r>
              <a:t>Résultats Obtenus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0066CC"/>
                </a:solidFill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7772400" cy="45720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70408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Signature effective d'une collaboration avec Ayaa.lbns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Exposition de Buroxia auprès de l'audience engagée de l'influenceuse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Association à une créatrice reconnue pour son engagement social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Livrables : fiche de prestations, grille tarifaire, supports, contrat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Premier partenariat d'influence structuré ouvrant la voie à d'autres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8869680" cy="109728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8869680" cy="9144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0066CC"/>
                </a:solidFill>
              </a:defRPr>
            </a:pPr>
            <a:r>
              <a:t>Valeur Ajoutée pour l'Entreprise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0066CC"/>
                </a:solidFill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7772400" cy="45720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70408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Concrétisation du premier partenariat influenceur pour Buroxia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Renforcement de la crédibilité de la marque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Élargissement de la visibilité sur une cible qualifiée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Création d'outils commerciaux réutilisables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Ouverture stratégique vers de futures collaborations d'influence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8869680" cy="109728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8869680" cy="9144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0066CC"/>
                </a:solidFill>
              </a:defRPr>
            </a:pPr>
            <a:r>
              <a:t>Analyse Critique et Axes d'Amélioration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0066CC"/>
                </a:solidFill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7772400" cy="45720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70408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Points forts : initiative personnelle, persévérance, saisie de l'opportunité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Difficultés : refus initiaux, faible notoriété, coordination à distance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Axes d'amélioration : systématiser le processus de prospection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Recommandation : mettre en place des indicateurs de mesure des retombées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8869680" cy="109728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8869680" cy="9144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0066CC"/>
                </a:solidFill>
              </a:defRPr>
            </a:pPr>
            <a:r>
              <a:t>Compétences Développées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0066CC"/>
                </a:solidFill>
              </a:defRPr>
            </a:pPr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7772400" cy="45720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70408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Prospection de partenaires influenceurs par veille active et ciblage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Rédaction de supports commerciaux structurés et professionnels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Création de contenus visuels et vidéo pour réseaux sociaux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Organisation et animation de réunions à distance et en présentiel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Négociation commerciale et construction d'offres gagnant-gagnant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8869680" cy="109728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8869680" cy="9144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0066CC"/>
                </a:solidFill>
              </a:defRPr>
            </a:pPr>
            <a:r>
              <a:t>Savoir-Être Développé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0066CC"/>
                </a:solidFill>
              </a:defRPr>
            </a:pPr>
            <a: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7772400" cy="45720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70408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Persévérance et résilience face aux refus et aux obstacles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Initiative et capacité à proposer des projets stratégiques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Prise de responsabilité sur un projet de bout en bout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Rigueur rédactionnelle et professionnalisme dans les échanges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Réactivité et saisie d'opportunités en temps réel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8869680" cy="109728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8869680" cy="9144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0066CC"/>
                </a:solidFill>
              </a:defRPr>
            </a:pPr>
            <a:r>
              <a:t>Bilan Personnel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0066CC"/>
                </a:solidFill>
              </a:defRPr>
            </a:pPr>
            <a: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7772400" cy="45720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70408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Expérience professionnelle extrêmement formatrice et concrète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Confirmation de mon intérêt pour la communication digitale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Développement de compétences opérationnelles et stratégiques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Capacité à travailler en autonomie avec collaboration directionnelle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Réussite d'un projet stratégique de l'idée à la signature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8869680" cy="109728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8869680" cy="9144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0066CC"/>
                </a:solidFill>
              </a:defRPr>
            </a:pPr>
            <a:r>
              <a:t>Projet Professionnel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0066CC"/>
                </a:solidFill>
              </a:defRPr>
            </a:pPr>
            <a: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7772400" cy="45720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70408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Orientation confirmée : communication digitale et marketing d'influence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Objectif : concevoir et piloter des stratégies de visibilité pour les marques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Ambition : combiner créativité et performance commerciale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Souhait d'accompagner les marques dans leur transformation digitale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8869680" cy="109728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8869680" cy="9144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0066CC"/>
                </a:solidFill>
              </a:defRPr>
            </a:pPr>
            <a: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0066CC"/>
                </a:solidFill>
              </a:defRPr>
            </a:pPr>
            <a: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7772400" cy="45720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70408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Mission phare réussie : de l'idée initiale à la signature du contrat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Responsabilité assumée sur un projet stratégique rare pour un stagiaire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Contribution concrète et mesurable au développement de Buroxia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Compétences développées en prospection, négociation et création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00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Remerciements à Stephanne Heyoppe et à toute l'équipe Buroxia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457200"/>
            <a:ext cx="1828800" cy="1828800"/>
          </a:xfrm>
          <a:prstGeom prst="ellipse">
            <a:avLst/>
          </a:prstGeom>
          <a:solidFill>
            <a:srgbClr val="0052B8"/>
          </a:solidFill>
          <a:ln>
            <a:solidFill>
              <a:srgbClr val="00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5029200"/>
            <a:ext cx="1828800" cy="1828800"/>
          </a:xfrm>
          <a:prstGeom prst="ellipse">
            <a:avLst/>
          </a:prstGeom>
          <a:solidFill>
            <a:srgbClr val="0052B8"/>
          </a:solidFill>
          <a:ln>
            <a:solidFill>
              <a:srgbClr val="00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Merci de votre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Je suis à votre disposition pour vos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